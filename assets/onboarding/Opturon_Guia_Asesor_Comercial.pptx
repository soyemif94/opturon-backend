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81ff994bf5465b" /><Relationship Type="http://schemas.openxmlformats.org/officeDocument/2006/relationships/extended-properties" Target="/docProps/app.xml" Id="R7075cb0f11674718" /><Relationship Type="http://schemas.openxmlformats.org/officeDocument/2006/relationships/officeDocument" Target="/ppt/presentation.xml" Id="R58886eff1c084d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adb105a5bd4e8f"/>
  </p:sldMasterIdLst>
  <p:notesMasterIdLst>
    <p:notesMasterId xmlns:r="http://schemas.openxmlformats.org/officeDocument/2006/relationships" r:id="R545174bb5d654a1e"/>
  </p:notesMasterIdLst>
  <p:sldIdLst>
    <p:sldId xmlns:r="http://schemas.openxmlformats.org/officeDocument/2006/relationships" id="256" r:id="R0faabc0a3de14023"/>
    <p:sldId xmlns:r="http://schemas.openxmlformats.org/officeDocument/2006/relationships" id="257" r:id="Ra8bdc1b48ad54756"/>
    <p:sldId xmlns:r="http://schemas.openxmlformats.org/officeDocument/2006/relationships" id="258" r:id="R9f7a71e542934730"/>
    <p:sldId xmlns:r="http://schemas.openxmlformats.org/officeDocument/2006/relationships" id="259" r:id="R9c39161c81aa4a42"/>
    <p:sldId xmlns:r="http://schemas.openxmlformats.org/officeDocument/2006/relationships" id="260" r:id="R0d819e3b81c64ef2"/>
    <p:sldId xmlns:r="http://schemas.openxmlformats.org/officeDocument/2006/relationships" id="261" r:id="R76e78ae375d848ea"/>
    <p:sldId xmlns:r="http://schemas.openxmlformats.org/officeDocument/2006/relationships" id="262" r:id="Rab079249d18e4ec4"/>
    <p:sldId xmlns:r="http://schemas.openxmlformats.org/officeDocument/2006/relationships" id="263" r:id="Rceb57512064046a2"/>
    <p:sldId xmlns:r="http://schemas.openxmlformats.org/officeDocument/2006/relationships" id="264" r:id="R196ea9703cbd4e96"/>
    <p:sldId xmlns:r="http://schemas.openxmlformats.org/officeDocument/2006/relationships" id="265" r:id="Rf9ae8e1120f34edb"/>
    <p:sldId xmlns:r="http://schemas.openxmlformats.org/officeDocument/2006/relationships" id="266" r:id="Readb019c21264f7c"/>
    <p:sldId xmlns:r="http://schemas.openxmlformats.org/officeDocument/2006/relationships" id="267" r:id="R27803dcbcb40472b"/>
    <p:sldId xmlns:r="http://schemas.openxmlformats.org/officeDocument/2006/relationships" id="268" r:id="R48f46858331a4bad"/>
    <p:sldId xmlns:r="http://schemas.openxmlformats.org/officeDocument/2006/relationships" id="269" r:id="R91bac8d106484c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1417b2fb834e50" /><Relationship Type="http://schemas.openxmlformats.org/officeDocument/2006/relationships/slideMaster" Target="/ppt/slideMasters/slideMaster1.xml" Id="Re8adb105a5bd4e8f" /><Relationship Type="http://schemas.openxmlformats.org/officeDocument/2006/relationships/notesMaster" Target="/ppt/notesMasters/notesMaster1.xml" Id="R545174bb5d654a1e" /><Relationship Type="http://schemas.openxmlformats.org/officeDocument/2006/relationships/presProps" Target="/ppt/presProps.xml" Id="R233086be9266438b" /><Relationship Type="http://schemas.openxmlformats.org/officeDocument/2006/relationships/tableStyles" Target="/ppt/tableStyles.xml" Id="Rcc7940b25f604177" /><Relationship Type="http://schemas.openxmlformats.org/officeDocument/2006/relationships/slide" Target="/ppt/slides/slide1.xml" Id="R0faabc0a3de14023" /><Relationship Type="http://schemas.openxmlformats.org/officeDocument/2006/relationships/slide" Target="/ppt/slides/slide2.xml" Id="Ra8bdc1b48ad54756" /><Relationship Type="http://schemas.openxmlformats.org/officeDocument/2006/relationships/slide" Target="/ppt/slides/slide3.xml" Id="R9f7a71e542934730" /><Relationship Type="http://schemas.openxmlformats.org/officeDocument/2006/relationships/slide" Target="/ppt/slides/slide4.xml" Id="R9c39161c81aa4a42" /><Relationship Type="http://schemas.openxmlformats.org/officeDocument/2006/relationships/slide" Target="/ppt/slides/slide5.xml" Id="R0d819e3b81c64ef2" /><Relationship Type="http://schemas.openxmlformats.org/officeDocument/2006/relationships/slide" Target="/ppt/slides/slide6.xml" Id="R76e78ae375d848ea" /><Relationship Type="http://schemas.openxmlformats.org/officeDocument/2006/relationships/slide" Target="/ppt/slides/slide7.xml" Id="Rab079249d18e4ec4" /><Relationship Type="http://schemas.openxmlformats.org/officeDocument/2006/relationships/slide" Target="/ppt/slides/slide8.xml" Id="Rceb57512064046a2" /><Relationship Type="http://schemas.openxmlformats.org/officeDocument/2006/relationships/slide" Target="/ppt/slides/slide9.xml" Id="R196ea9703cbd4e96" /><Relationship Type="http://schemas.openxmlformats.org/officeDocument/2006/relationships/slide" Target="/ppt/slides/slide10.xml" Id="Rf9ae8e1120f34edb" /><Relationship Type="http://schemas.openxmlformats.org/officeDocument/2006/relationships/slide" Target="/ppt/slides/slide11.xml" Id="Readb019c21264f7c" /><Relationship Type="http://schemas.openxmlformats.org/officeDocument/2006/relationships/slide" Target="/ppt/slides/slide12.xml" Id="R27803dcbcb40472b" /><Relationship Type="http://schemas.openxmlformats.org/officeDocument/2006/relationships/slide" Target="/ppt/slides/slide13.xml" Id="R48f46858331a4bad" /><Relationship Type="http://schemas.openxmlformats.org/officeDocument/2006/relationships/slide" Target="/ppt/slides/slide14.xml" Id="R91bac8d106484c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df4810b8a647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728fd904504ad5" /><Relationship Type="http://schemas.openxmlformats.org/officeDocument/2006/relationships/notesMaster" Target="/ppt/notesMasters/notesMaster1.xml" Id="Rda1a2e0469474c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a430e1d358432b" /><Relationship Type="http://schemas.openxmlformats.org/officeDocument/2006/relationships/notesMaster" Target="/ppt/notesMasters/notesMaster1.xml" Id="R24b9a8fdebcc4a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6520705e914fb7" /><Relationship Type="http://schemas.openxmlformats.org/officeDocument/2006/relationships/notesMaster" Target="/ppt/notesMasters/notesMaster1.xml" Id="R0f6a75983ea24f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9656eece9c4d05" /><Relationship Type="http://schemas.openxmlformats.org/officeDocument/2006/relationships/notesMaster" Target="/ppt/notesMasters/notesMaster1.xml" Id="R6b6c50f5a8d74a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f92ea4909f4df2" /><Relationship Type="http://schemas.openxmlformats.org/officeDocument/2006/relationships/notesMaster" Target="/ppt/notesMasters/notesMaster1.xml" Id="Re199aa8de58441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32b888b43742ef" /><Relationship Type="http://schemas.openxmlformats.org/officeDocument/2006/relationships/notesMaster" Target="/ppt/notesMasters/notesMaster1.xml" Id="R624dfd98652b46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8261397fec4c36" /><Relationship Type="http://schemas.openxmlformats.org/officeDocument/2006/relationships/notesMaster" Target="/ppt/notesMasters/notesMaster1.xml" Id="R3d302ef76c6a4e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4871697504464b" /><Relationship Type="http://schemas.openxmlformats.org/officeDocument/2006/relationships/notesMaster" Target="/ppt/notesMasters/notesMaster1.xml" Id="Rf023a6f914074a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270488e3fd4bd2" /><Relationship Type="http://schemas.openxmlformats.org/officeDocument/2006/relationships/notesMaster" Target="/ppt/notesMasters/notesMaster1.xml" Id="Rae410b4e59b343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b9f7da44894744" /><Relationship Type="http://schemas.openxmlformats.org/officeDocument/2006/relationships/notesMaster" Target="/ppt/notesMasters/notesMaster1.xml" Id="R604ec220534f47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9ed51eb0164ddd" /><Relationship Type="http://schemas.openxmlformats.org/officeDocument/2006/relationships/notesMaster" Target="/ppt/notesMasters/notesMaster1.xml" Id="R3afa25d4f5b446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72d4da4f8b432e" /><Relationship Type="http://schemas.openxmlformats.org/officeDocument/2006/relationships/notesMaster" Target="/ppt/notesMasters/notesMaster1.xml" Id="R0f87b8a6ded241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2d9f6434814759" /><Relationship Type="http://schemas.openxmlformats.org/officeDocument/2006/relationships/notesMaster" Target="/ppt/notesMasters/notesMaster1.xml" Id="Ra16d1018dee74c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59683a9c4e74e39" /><Relationship Type="http://schemas.openxmlformats.org/officeDocument/2006/relationships/notesMaster" Target="/ppt/notesMasters/notesMaster1.xml" Id="Re592d5f7e2ac44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Contenido institucional de Opturon. Información general, sujeta al plan o a las reglas vigentes del Portal del Asesor.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4bf23a8024c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0cfdabfa5f43fc" /><Relationship Type="http://schemas.openxmlformats.org/officeDocument/2006/relationships/slideLayout" Target="/ppt/slideLayouts/slideLayout1.xml" Id="Rcaa0f7a0f7974a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a0f7a0f7974a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d86dc5ee843f3" /><Relationship Type="http://schemas.openxmlformats.org/officeDocument/2006/relationships/notesSlide" Target="/ppt/notesSlides/notesSlide1.xml" Id="R00cc458951524a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add4ea40542f2" /><Relationship Type="http://schemas.openxmlformats.org/officeDocument/2006/relationships/notesSlide" Target="/ppt/notesSlides/notesSlide2.xml" Id="R66d4da6625044d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49bbdb7474abe" /><Relationship Type="http://schemas.openxmlformats.org/officeDocument/2006/relationships/notesSlide" Target="/ppt/notesSlides/notesSlide3.xml" Id="Rc854dda4bac14d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6400fbad442fb" /><Relationship Type="http://schemas.openxmlformats.org/officeDocument/2006/relationships/notesSlide" Target="/ppt/notesSlides/notesSlide4.xml" Id="R4ebf60b728ac42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daac854d84e84" /><Relationship Type="http://schemas.openxmlformats.org/officeDocument/2006/relationships/notesSlide" Target="/ppt/notesSlides/notesSlide5.xml" Id="Rda27b932646c44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4e12ab7ba41c6" /><Relationship Type="http://schemas.openxmlformats.org/officeDocument/2006/relationships/notesSlide" Target="/ppt/notesSlides/notesSlide6.xml" Id="Ref965ead94694b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79e911de24fe2" /><Relationship Type="http://schemas.openxmlformats.org/officeDocument/2006/relationships/notesSlide" Target="/ppt/notesSlides/notesSlide7.xml" Id="Ra3f7d8ea3e5a43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a3d00e9eb4949" /><Relationship Type="http://schemas.openxmlformats.org/officeDocument/2006/relationships/notesSlide" Target="/ppt/notesSlides/notesSlide8.xml" Id="Re04db8ddd90444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354518ef640cf" /><Relationship Type="http://schemas.openxmlformats.org/officeDocument/2006/relationships/notesSlide" Target="/ppt/notesSlides/notesSlide9.xml" Id="Re41bb32e83794e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7388090184879" /><Relationship Type="http://schemas.openxmlformats.org/officeDocument/2006/relationships/notesSlide" Target="/ppt/notesSlides/notesSlide10.xml" Id="Rce42f483ee2947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803fb66cb4859" /><Relationship Type="http://schemas.openxmlformats.org/officeDocument/2006/relationships/notesSlide" Target="/ppt/notesSlides/notesSlide11.xml" Id="R9d6e959dd3244d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0eff2cfd84f81" /><Relationship Type="http://schemas.openxmlformats.org/officeDocument/2006/relationships/notesSlide" Target="/ppt/notesSlides/notesSlide12.xml" Id="R2c568f7f788642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0de6f4f9a416c" /><Relationship Type="http://schemas.openxmlformats.org/officeDocument/2006/relationships/notesSlide" Target="/ppt/notesSlides/notesSlide13.xml" Id="Rfa70fcccbfd242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a1390a9b3471f" /><Relationship Type="http://schemas.openxmlformats.org/officeDocument/2006/relationships/notesSlide" Target="/ppt/notesSlides/notesSlide14.xml" Id="R010f549aba4648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F63C0-9FD4-4C29-A590-267E7E87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2C377-695F-48CF-952E-24E1AB84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PROGRAMA COMERCIAL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B18AE-B67D-44B7-BF3D-8CEEB1D2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Bienvenido/a al Programa de Asesores Opturon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78D0D-8EB2-42D9-85E6-C0A2A7F9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9CBE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BE2"/>
                </a:solidFill>
                <a:latin typeface="Arial"/>
                <a:ea typeface="Arial"/>
                <a:cs typeface="Arial"/>
              </a:rPr>
              <a:t>Una guía práctica para representar Opturon con claridad.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35BF4-728C-4253-B6D5-15A42496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Antes de empezar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60948-FFF9-400F-A01A-21150AF1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La solicitud pasa por revisión. El Portal del Asesor se habilita después de la aprobación.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5D83D-905D-45A1-A98A-4ECFC288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5639168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BAB86-1BC4-479A-813F-4CCCC29F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BAE70-08E8-477A-8CD4-CDC9E89B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90B36-AFDE-4A96-8A70-8E632A06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Qué es Opturon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D9FC5-B4D2-43A7-A747-EB9E32A0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Valor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2A6FA-E34D-451E-B2B8-734467E9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Una plataforma para conectar conversaciones, clientes y operación comercial.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75257-6C3F-4A08-AD8B-427610E6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7708414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E5AAF-05FD-411F-BCD4-8DF8C1AD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B2112-296A-4C9F-9B85-FCF91B28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CA6B4-2A3A-4EE7-9330-199C3789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Qué problema resuelve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9B66D-9024-426E-80A9-26B6DF90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Menos desorden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42060-A889-4894-9F61-62C27791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Ayuda a ordenar consultas, seguimiento, ventas y tareas que suelen quedar dispersas.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09D89-22EB-40B0-987E-27B7289D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12265027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88F90-3FDD-4B31-98F2-B4135237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3241D-02B5-4BBC-9497-C3181AC1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E9474-A695-4163-B6D2-CA8FBE3C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Qué hace un Asesor Opturon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CE20A-C86C-48E2-836A-64116D1C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Trabajo comercial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4A98E-FE23-4032-BE5A-C9EE0985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Prospecta, visita, presenta, demuestra y acompaña la contratación.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34D22-4D24-4ED4-A056-308081C1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Relación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96998-9489-46DB-8FBF-3EE34C69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Comunica condiciones con transparencia y sin prometer resultados garantizados.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745E6-417D-4019-8310-389C1C4F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3227619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E79EA-A8AF-4732-A002-A1E37FB1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1F5FF-339F-4695-95FE-BEACA719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PROSPECCIÓN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EE4A3-4DF0-4887-AC71-01F6715C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Cliente ideal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325D2-B69E-45AD-8379-81AE526C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Señales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71EEF-EC67-4B78-BF15-D33E3AF5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Negocios con consultas frecuentes, uso intensivo de WhatsApp o necesidad de ordenar su seguimiento.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F45A8-9CEB-4985-89CB-BEE31FDB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8890352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28679-1372-44CD-8144-4C18CA09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4F9D7-AAE2-4BEF-A47E-BB418C21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CONVERSACIÓN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4287C-9B23-4C9A-A27F-DDD82057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Cómo iniciar una conversación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B754B-20EC-45ED-BB3B-16FCF112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Escuchá primero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D1B08-9457-4AB1-AB41-CBFC25C6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Entendé cómo recibe consultas, sigue oportunidades y coordina su operación.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7DE1B-F61A-44AE-B3E2-A905B1CC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Conectá la solución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1281B-C210-426F-8BDC-DA44CE57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Mostrá solo lo que responde a la necesidad real del negocio.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1FE41-8647-423F-B419-5EF0E2E9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1372207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40C0B-2562-4CE8-B51F-B7BFB242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03815-1C96-4ECE-B150-DF9D09E4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DEMOSTRACIÓN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DA733-1D91-44DA-8F5A-15AEC1B3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Cómo mostrar Opturon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89CD3-446B-4F09-89B4-F5B6A637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Recorrido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AAE0A-6E5C-413D-922D-4CB78081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Home, demo, planes y producto real. Mantené la explicación alineada con el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BE1B1-D4D7-4716-890F-A741DAA1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2432263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27298-AC02-403D-B313-5336FB7B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D3B05-8CB1-41AC-8597-9FAD4113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PLANES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D4B58-76C6-48FE-BEF5-DE14D643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Cómo recomendar un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BD28A-CA57-4D7C-9E55-DDC68E76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A7456-F47D-468B-8451-2C873BF0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Para comenzar con una base comercial ordenada.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350F3-3E4E-4AE0-BFA6-E32856F1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Growth y Distribution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B901D-6796-41DF-B3C5-CA97D3AC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Para operaciones que necesitan más automatización, catálogo o escala.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EB783-6F75-4B40-8661-0AB9F59E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Enterprise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87F0E-5CB2-489C-9662-1DDB626A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Para requerimientos a medida y operaciones grandes.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3DA74-7513-4D1B-A6C7-E12259FD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4511765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7B961-D96E-4EAD-B8D9-FD99C031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D6F30-02FA-48F7-A169-F0072920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ATRIBUCIÓN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123D7-663C-4222-8000-DC89731D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Cómo se vincula un cliente a tu cuenta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D29A3-ADA0-4215-91B9-957930D2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Sistema existente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D74F6-56BE-41CD-8964-3CF8D4B7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Usá los enlaces y códigos del Partner Portal. No dupliques la atribución por fuera del sistema.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6DE57-ABAF-4FD7-A6B4-540EA346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13171483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7B2B8-37BA-41C4-A35E-96514F15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D61F7-CCF2-4C1F-BFCF-237D1E05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COMISIONES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4B680-C7B6-4BD6-84F2-576A2F94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Reglas vigentes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BAC61-207D-477B-8A82-7DE8D340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Fuente oficial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837B3-B0D4-435C-B8A2-4EB25A42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Las comisiones y reglas de carrera se consultan en el Partner Portal.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B6E20-51C1-4EA9-AFC3-29A7D3A3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17710408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2BE0C-D187-47B4-8A95-484F030F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F5F89-FD80-4995-BAD5-86B22B7F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RELACIÓN COMERCIAL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9BEEA-A24D-44DF-B47D-2500754A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Monotributo y organización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DA005-ED78-468B-AFFD-AB21E157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Independiente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C76D6-19EA-4334-BD2A-DD266985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El programa funciona bajo una relación comercial independiente, con organización propia de tiempos y actividad.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DB3B7-1C1F-467F-831E-1B622CA8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Requisito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0BF02-0A08-43AE-8862-7FF156F9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Para operar y facturar tus servicios deberás contar con Monotributo y cumplir los requisitos de alta.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953D0-1116-4331-B4E7-E7576F37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17193841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1734A-790E-4A82-BD04-5EB061A2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911C8-F1F3-4B61-B2AB-CD4E80FF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PORTAL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CB323-28D9-4DA5-8D89-8BCE6A60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Tu Portal de Asesor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11506-B99F-4006-8437-CE2EBED4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Espacios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6E3D5-70E6-4930-97D3-08C5098F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Clientes, carrera, comisiones, perfil y red, según los permisos de tu cuenta.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AB374-A3A9-4FD7-9D2D-26E53EB7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15019928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148B8-BC73-46E4-A3C6-DE3D554B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26692-7FDA-44EB-B2B7-60A3EE21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BUENAS PRÁCTICAS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CE2D8-BFC3-4B58-B018-48DBB872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Una relación comercial clara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B7293-43FB-490A-9E63-58113353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Transparencia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BCCB3-8F12-4711-91CE-04A418D7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No prometas ingresos ni funciones que el plan no incluya. Explicá condiciones y próximos pasos.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4B87B-5666-4AFA-AAF0-28C50B2C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12696552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2AE71-75AD-4791-9BBA-15622B7E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CC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CC7FF"/>
                </a:solidFill>
                <a:latin typeface="Arial"/>
                <a:ea typeface="Arial"/>
                <a:cs typeface="Arial"/>
              </a:rPr>
              <a:t>OPTURON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F560F-44F3-45A2-879E-043FB53D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1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15C"/>
                </a:solidFill>
                <a:latin typeface="Arial"/>
                <a:ea typeface="Arial"/>
                <a:cs typeface="Arial"/>
              </a:rPr>
              <a:t>PRÓXIMOS PASOS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874E0-20D9-4136-BC4A-D7574383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BFF"/>
                </a:solidFill>
                <a:latin typeface="Arial"/>
                <a:ea typeface="Arial"/>
                <a:cs typeface="Arial"/>
              </a:rPr>
              <a:t>Solicitud, revisión y acceso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C480B-C6FC-43C2-9479-84A5380C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3C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3C9FF"/>
                </a:solidFill>
                <a:latin typeface="Arial"/>
                <a:ea typeface="Arial"/>
                <a:cs typeface="Arial"/>
              </a:rPr>
              <a:t>Proceso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DB162-EF46-492F-A070-8D526E73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8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F6"/>
                </a:solidFill>
                <a:latin typeface="Arial"/>
                <a:ea typeface="Arial"/>
                <a:cs typeface="Arial"/>
              </a:rPr>
              <a:t>Completás la solicitud, el equipo revisa la información y, si se aprueba, recibís el enlace seguro al Portal.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59C77-D811-4E3F-8210-157F7EB1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E95A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E95AF"/>
                </a:solidFill>
                <a:latin typeface="Arial"/>
                <a:ea typeface="Arial"/>
                <a:cs typeface="Arial"/>
              </a:rPr>
              <a:t>opturon.com</a:t>
            </a:r>
          </a:p>
        </p:txBody>
      </p:sp>
    </p:spTree>
    <p:extLst>
      <p:ext uri="{BB962C8B-B14F-4D97-AF65-F5344CB8AC3E}">
        <p14:creationId xmlns:p14="http://schemas.microsoft.com/office/powerpoint/2010/main" val="20697443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2026-10-09T05:34:50.2820000Z</dcterms:created>
  <dcterms:modified xsi:type="dcterms:W3CDTF">2026-10-09T05:34:50.2820000Z</dcterms:modified>
</coreProperties>
</file>