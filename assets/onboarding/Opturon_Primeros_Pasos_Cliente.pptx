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bf2d041f54f05" /><Relationship Type="http://schemas.openxmlformats.org/officeDocument/2006/relationships/extended-properties" Target="/docProps/app.xml" Id="Rd56064703e184cb2" /><Relationship Type="http://schemas.openxmlformats.org/officeDocument/2006/relationships/officeDocument" Target="/ppt/presentation.xml" Id="R319340b7c29f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95e0019244102"/>
  </p:sldMasterIdLst>
  <p:notesMasterIdLst>
    <p:notesMasterId xmlns:r="http://schemas.openxmlformats.org/officeDocument/2006/relationships" r:id="R26489a2ed1f64fec"/>
  </p:notesMasterIdLst>
  <p:sldIdLst>
    <p:sldId xmlns:r="http://schemas.openxmlformats.org/officeDocument/2006/relationships" id="256" r:id="Rd77b7f4da9bf453d"/>
    <p:sldId xmlns:r="http://schemas.openxmlformats.org/officeDocument/2006/relationships" id="257" r:id="R742277d0abfb44c1"/>
    <p:sldId xmlns:r="http://schemas.openxmlformats.org/officeDocument/2006/relationships" id="258" r:id="R17c3ddf9d08f4565"/>
    <p:sldId xmlns:r="http://schemas.openxmlformats.org/officeDocument/2006/relationships" id="259" r:id="Rc6eda4472a8145f5"/>
    <p:sldId xmlns:r="http://schemas.openxmlformats.org/officeDocument/2006/relationships" id="260" r:id="R9583822c4e00427e"/>
    <p:sldId xmlns:r="http://schemas.openxmlformats.org/officeDocument/2006/relationships" id="261" r:id="Rbb9e1521fd6241eb"/>
    <p:sldId xmlns:r="http://schemas.openxmlformats.org/officeDocument/2006/relationships" id="262" r:id="R6c217b2bb67d48af"/>
    <p:sldId xmlns:r="http://schemas.openxmlformats.org/officeDocument/2006/relationships" id="263" r:id="R6e26041783f34867"/>
    <p:sldId xmlns:r="http://schemas.openxmlformats.org/officeDocument/2006/relationships" id="264" r:id="Rcc39bc74ea6b4fd5"/>
    <p:sldId xmlns:r="http://schemas.openxmlformats.org/officeDocument/2006/relationships" id="265" r:id="R1b4f4130aebb4866"/>
    <p:sldId xmlns:r="http://schemas.openxmlformats.org/officeDocument/2006/relationships" id="266" r:id="Rde340155f02e47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d0e2a7d81482a" /><Relationship Type="http://schemas.openxmlformats.org/officeDocument/2006/relationships/slideMaster" Target="/ppt/slideMasters/slideMaster1.xml" Id="R4be95e0019244102" /><Relationship Type="http://schemas.openxmlformats.org/officeDocument/2006/relationships/notesMaster" Target="/ppt/notesMasters/notesMaster1.xml" Id="R26489a2ed1f64fec" /><Relationship Type="http://schemas.openxmlformats.org/officeDocument/2006/relationships/presProps" Target="/ppt/presProps.xml" Id="R6a224f1e55754d2a" /><Relationship Type="http://schemas.openxmlformats.org/officeDocument/2006/relationships/tableStyles" Target="/ppt/tableStyles.xml" Id="R824dd2c794834295" /><Relationship Type="http://schemas.openxmlformats.org/officeDocument/2006/relationships/slide" Target="/ppt/slides/slide1.xml" Id="Rd77b7f4da9bf453d" /><Relationship Type="http://schemas.openxmlformats.org/officeDocument/2006/relationships/slide" Target="/ppt/slides/slide2.xml" Id="R742277d0abfb44c1" /><Relationship Type="http://schemas.openxmlformats.org/officeDocument/2006/relationships/slide" Target="/ppt/slides/slide3.xml" Id="R17c3ddf9d08f4565" /><Relationship Type="http://schemas.openxmlformats.org/officeDocument/2006/relationships/slide" Target="/ppt/slides/slide4.xml" Id="Rc6eda4472a8145f5" /><Relationship Type="http://schemas.openxmlformats.org/officeDocument/2006/relationships/slide" Target="/ppt/slides/slide5.xml" Id="R9583822c4e00427e" /><Relationship Type="http://schemas.openxmlformats.org/officeDocument/2006/relationships/slide" Target="/ppt/slides/slide6.xml" Id="Rbb9e1521fd6241eb" /><Relationship Type="http://schemas.openxmlformats.org/officeDocument/2006/relationships/slide" Target="/ppt/slides/slide7.xml" Id="R6c217b2bb67d48af" /><Relationship Type="http://schemas.openxmlformats.org/officeDocument/2006/relationships/slide" Target="/ppt/slides/slide8.xml" Id="R6e26041783f34867" /><Relationship Type="http://schemas.openxmlformats.org/officeDocument/2006/relationships/slide" Target="/ppt/slides/slide9.xml" Id="Rcc39bc74ea6b4fd5" /><Relationship Type="http://schemas.openxmlformats.org/officeDocument/2006/relationships/slide" Target="/ppt/slides/slide10.xml" Id="R1b4f4130aebb4866" /><Relationship Type="http://schemas.openxmlformats.org/officeDocument/2006/relationships/slide" Target="/ppt/slides/slide11.xml" Id="Rde340155f02e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d32c5b063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5dd2fe62d4d01" /><Relationship Type="http://schemas.openxmlformats.org/officeDocument/2006/relationships/notesMaster" Target="/ppt/notesMasters/notesMaster1.xml" Id="R869464a9639e47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5f094c25a04e5b" /><Relationship Type="http://schemas.openxmlformats.org/officeDocument/2006/relationships/notesMaster" Target="/ppt/notesMasters/notesMaster1.xml" Id="Rf2b9da576a05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12dfb306f4112" /><Relationship Type="http://schemas.openxmlformats.org/officeDocument/2006/relationships/notesMaster" Target="/ppt/notesMasters/notesMaster1.xml" Id="Rec26827cdfe9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d633b0c7224751" /><Relationship Type="http://schemas.openxmlformats.org/officeDocument/2006/relationships/notesMaster" Target="/ppt/notesMasters/notesMaster1.xml" Id="Rd263dfe72d25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9be3a559941c0" /><Relationship Type="http://schemas.openxmlformats.org/officeDocument/2006/relationships/notesMaster" Target="/ppt/notesMasters/notesMaster1.xml" Id="R8aa2adf4b9da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af6291080e417b" /><Relationship Type="http://schemas.openxmlformats.org/officeDocument/2006/relationships/notesMaster" Target="/ppt/notesMasters/notesMaster1.xml" Id="Red75a330c8be4c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a1e4785ce44cc" /><Relationship Type="http://schemas.openxmlformats.org/officeDocument/2006/relationships/notesMaster" Target="/ppt/notesMasters/notesMaster1.xml" Id="R695a3b1bfa1f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c50d4cbff471b" /><Relationship Type="http://schemas.openxmlformats.org/officeDocument/2006/relationships/notesMaster" Target="/ppt/notesMasters/notesMaster1.xml" Id="R216a7ba110c746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04a144a2304982" /><Relationship Type="http://schemas.openxmlformats.org/officeDocument/2006/relationships/notesMaster" Target="/ppt/notesMasters/notesMaster1.xml" Id="R84769df9c5db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45dd45ee6e4391" /><Relationship Type="http://schemas.openxmlformats.org/officeDocument/2006/relationships/notesMaster" Target="/ppt/notesMasters/notesMaster1.xml" Id="R17b45ffd45764f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d7ba00376143a4" /><Relationship Type="http://schemas.openxmlformats.org/officeDocument/2006/relationships/notesMaster" Target="/ppt/notesMasters/notesMaster1.xml" Id="R2aa095f13e5a49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a007b9653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991817d57496a" /><Relationship Type="http://schemas.openxmlformats.org/officeDocument/2006/relationships/slideLayout" Target="/ppt/slideLayouts/slideLayout1.xml" Id="R14af38c64233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f38c64233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3e19858ac41d2" /><Relationship Type="http://schemas.openxmlformats.org/officeDocument/2006/relationships/notesSlide" Target="/ppt/notesSlides/notesSlide1.xml" Id="R8699ade19783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634a08f3497d" /><Relationship Type="http://schemas.openxmlformats.org/officeDocument/2006/relationships/notesSlide" Target="/ppt/notesSlides/notesSlide2.xml" Id="Re112a7692690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5c29d94847b6" /><Relationship Type="http://schemas.openxmlformats.org/officeDocument/2006/relationships/notesSlide" Target="/ppt/notesSlides/notesSlide3.xml" Id="Ra2f4869d095e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75fc378f74a51" /><Relationship Type="http://schemas.openxmlformats.org/officeDocument/2006/relationships/notesSlide" Target="/ppt/notesSlides/notesSlide4.xml" Id="R49b456b0083c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cf0c98ce462d" /><Relationship Type="http://schemas.openxmlformats.org/officeDocument/2006/relationships/notesSlide" Target="/ppt/notesSlides/notesSlide5.xml" Id="R77f142a60b944c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ad6de29374264" /><Relationship Type="http://schemas.openxmlformats.org/officeDocument/2006/relationships/notesSlide" Target="/ppt/notesSlides/notesSlide6.xml" Id="Rb49bce807e47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11db0fa34c8e" /><Relationship Type="http://schemas.openxmlformats.org/officeDocument/2006/relationships/notesSlide" Target="/ppt/notesSlides/notesSlide7.xml" Id="Rab1902a42228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a6ca9d124062" /><Relationship Type="http://schemas.openxmlformats.org/officeDocument/2006/relationships/notesSlide" Target="/ppt/notesSlides/notesSlide8.xml" Id="R937f2b0aa97349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5d3d326c4164" /><Relationship Type="http://schemas.openxmlformats.org/officeDocument/2006/relationships/notesSlide" Target="/ppt/notesSlides/notesSlide9.xml" Id="R3d4c36f6cb4c4c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cd3cf3ca648e7" /><Relationship Type="http://schemas.openxmlformats.org/officeDocument/2006/relationships/notesSlide" Target="/ppt/notesSlides/notesSlide10.xml" Id="Ref11d0f2afeb46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8cb6052924078" /><Relationship Type="http://schemas.openxmlformats.org/officeDocument/2006/relationships/notesSlide" Target="/ppt/notesSlides/notesSlide11.xml" Id="R660e0142ded2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4B430-A95A-41A0-84CC-B7850BA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2F016-3185-498C-8816-FB3CF791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PRIMEROS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3E31-9393-40C5-BA23-79D146B6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Bienvenido/a a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FD1EC-9F62-45E9-AB75-325074A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B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BE2"/>
                </a:solidFill>
                <a:latin typeface="Arial"/>
                <a:ea typeface="Arial"/>
                <a:cs typeface="Arial"/>
              </a:rPr>
              <a:t>Orden, seguimiento y más ventas desde un solo lugar.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7E20-12A4-45B5-A7A7-50B022E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Tu cuenta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3C051-63C3-46BD-B2A8-D2540260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Creaste tu cuenta y podés continuar con la contratación del plan elegido.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FB4D8-9E76-4399-9115-D9A3B6E4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285952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94C0F-14E5-4AF5-A487-A5DEDB6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54843-E1A9-4002-93EE-33B0802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LA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E5CA5-D944-4AF9-B538-3E0CD14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Qué es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C7E64-C6CF-4867-9753-5CC9915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Una vista conectada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C1CE0-BFC4-4538-9284-93893EA8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CRM, Inbox, automatización y operación comercial en un mismo espacio.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EC7AA-15AB-4F70-BEE1-E92C393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Según tu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AC3FA-0542-494C-AA9B-76D16F3D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Las funciones disponibles dependen del plan contratado.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A736A-B27E-4D46-91F5-2539C44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20889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0229-9B2D-4EC4-9832-4EFDDE47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59374-D99A-4613-B0DD-9292338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CUENTA 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A4C0E-AB29-4159-8DDE-D288BE2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Registro y activación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BA080-EB90-4B61-AE56-3690A09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Cuenta creada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7C1AA-5101-4919-8FFF-D4561E6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Registrarte no activa módulos pagos ni habilita una suscripción.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8EC63-FEDC-4584-9DAB-0F70BEE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Activación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4FE9E-8794-4097-9275-7428042B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 activación ocurre después de una aprobación de pago válida.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5F74-5FB0-48D1-9499-67E27B1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2059808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5161A-313B-4936-86F8-9DB82FD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7F1AF-2052-418F-BF38-F608F968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CONFIGURACIÓN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CD015-F3FC-4C1A-98D8-B827DAD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Tu asistente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875DD-AF3F-4709-98C8-4D0E248F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Después del pago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93F66-5ACF-4AB4-AA2E-CD985385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Cuando tu pago queda aprobado, el equipo prepara la configuración inicial del asistente según tu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9043B-2205-4EC8-9CD4-D1A6618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Plazo de referencia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E4CB1-70C4-4C15-88B3-198FBF0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 primera configuración puede tardar entre 24 y 48 horas. El resto del espacio sigue disponible durante ese proceso.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EC1A2-75FE-4934-A92C-34498C8C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Estado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E22F6-AB15-4A03-80C2-22F4F78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El Portal muestra si la configuración está pendiente, lista o requiere revisión.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D3ED4-CC7B-4C16-A33F-CB8185D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835250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4F964-E72C-45A9-9540-F9A61D1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B6901-EBC1-4B87-9DE4-DB2A2C8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CONTRATACIÓN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C0BA6-0144-4E9A-82B4-6893AFE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Cómo completar la contratación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C8CF8-E1A2-493F-99D9-BC71E5A4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1. Elegí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FD33F-276F-45EB-8F77-4EE53DCB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Seleccioná el plan que mejor representa tu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CEDA2-5491-4B61-A081-47AF530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2. Autorizá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B5D22-2232-4E96-88EB-5CB7552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Continuá al flujo seguro de Mercado Pago.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6147-69C3-41DD-ABC3-A1878A7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3. Confirmá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DF7FB-A2AB-4339-8A30-B02B9516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El acceso se habilita cuando el pago queda aprobado.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E332E-0A5A-4A51-B0FA-AE74BEA5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826860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74B2B-F3EB-4971-B6EB-F323EF45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5B68-5338-4660-9008-34C7A288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PRIMER INGRESO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2125B-7DA3-475C-B93B-8FA5A4D3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Qué vas a encontrar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BD88A-5BF1-429A-86B4-DD36D434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Después de activar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5B849-CCCE-463A-847F-A09F002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Vas a ver el espacio operativo habilitado para tu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91B0D-C115-4283-930F-967F225C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Antes de activar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5DDDB-5758-47AD-8731-30F60A8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 cuenta permanece restringida y conserva la opción de continuar la contratación.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B7452-8A90-4B76-BF22-193AC4C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082731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2DBE-4F9B-4817-9232-303ADD0B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A8A64-813F-4E4E-B6C3-AC85AEE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CANALES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691C-FA5E-4591-A88C-7000539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Conectar tus canales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45C37-A16C-4075-ABA9-70FC71B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WhatsApp e Instagram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5579C-2C77-4019-BA5A-F1CD6E9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Conectá los canales disponibles en tu plan y seguí las instrucciones del espacio de integraciones.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E2FB-948A-4C69-B139-E976034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548815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A41F8-DA3F-40B7-ADC4-10680C7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4695B-9EE9-47B0-B09D-EE428F7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F185C-A668-4929-B4B4-D54D912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Cargar productos y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D128-B8BB-4121-97D5-F8BC297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Base inicial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0A908-C3FF-4C44-BCB1-1A1D9A3C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Comenzá con productos, contactos y la información que tu equipo usa a diario.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D2244-4551-4A38-81DE-442BCB26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Paso gradual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3329A-6956-4AFC-A0F8-7C9386AD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Podés completar la configuración por etapas, según tu operación.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E9B0D-2698-4DA3-88F9-CE0DBB20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553300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9666B-09D8-42D3-9604-ED9BB1C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FCF49-8961-4F1E-B173-BDED7C15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C60DB-3A7D-476E-BFD3-3AA61131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Inbox, CRM y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44F37-A876-4E10-87F3-E142756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Conversaciones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03B6C-18E5-46C8-8A25-846A8FD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Centralizá consultas y seguimientos para que ninguna oportunidad quede sin contexto.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6E4C1-1AA1-4DB9-9523-C4C3F320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397E-282C-4670-A7FD-8B7B970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Ordená contactos y etapas comerciales desde un mismo lugar.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D42CC-EBDF-443C-8853-2293D427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883984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AA318-914F-4447-AC6F-A011EA37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49242-8916-469C-957A-DECCA742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AUTOMATIZACIÓN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E8D0D-6469-4682-9CB0-95BCDF1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Automatizaciones y asistente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E47EF-6B50-4671-9084-81E41E1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Capacidades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8551E-1BB2-4861-B9C4-6793A1D9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Las automatizaciones y el asistente disponibles dependen del plan contratado.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CE6AD-B814-44C4-8397-A047394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860912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A5F4A-D6DE-40DF-88B7-6121DF5C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88D12-7929-4308-A841-2F19AC0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PRÓXIMOS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B4123-2147-42A7-8713-375EF66B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Empezá con claridad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479B5-9E77-4EBF-B2AB-23795EFF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Si todavía no activaste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963F0-163E-4906-A8AC-058893FD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Volvé a la contratación desde tu cuenta y completá la autorización.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469B0-3B04-4D7A-909D-5B440802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Soporte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1FE09-9812-4C16-ABD3-C2E171B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Si necesitás ayuda, usá el canal de contacto de Opturon.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5FB1D-4D4C-4126-A469-F68ED2D9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189371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2026-10-09T06:01:22.3290000Z</dcterms:created>
  <dcterms:modified xsi:type="dcterms:W3CDTF">2026-10-09T06:01:22.3290000Z</dcterms:modified>
</coreProperties>
</file>