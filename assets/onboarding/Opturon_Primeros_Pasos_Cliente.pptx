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ad5fa502354437" /><Relationship Type="http://schemas.openxmlformats.org/officeDocument/2006/relationships/extended-properties" Target="/docProps/app.xml" Id="Rdc0ec599a8f34be1" /><Relationship Type="http://schemas.openxmlformats.org/officeDocument/2006/relationships/officeDocument" Target="/ppt/presentation.xml" Id="R663b7a863c2947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0bcee3038a4e7b"/>
  </p:sldMasterIdLst>
  <p:notesMasterIdLst>
    <p:notesMasterId xmlns:r="http://schemas.openxmlformats.org/officeDocument/2006/relationships" r:id="Rf0d188e42b7c40b7"/>
  </p:notesMasterIdLst>
  <p:sldIdLst>
    <p:sldId xmlns:r="http://schemas.openxmlformats.org/officeDocument/2006/relationships" id="256" r:id="R2d83c930425f423d"/>
    <p:sldId xmlns:r="http://schemas.openxmlformats.org/officeDocument/2006/relationships" id="257" r:id="R47763c49bc7d44bf"/>
    <p:sldId xmlns:r="http://schemas.openxmlformats.org/officeDocument/2006/relationships" id="258" r:id="R071dd1674adc4e0f"/>
    <p:sldId xmlns:r="http://schemas.openxmlformats.org/officeDocument/2006/relationships" id="259" r:id="R43eeebcce2534876"/>
    <p:sldId xmlns:r="http://schemas.openxmlformats.org/officeDocument/2006/relationships" id="260" r:id="R636542fb5c324c6c"/>
    <p:sldId xmlns:r="http://schemas.openxmlformats.org/officeDocument/2006/relationships" id="261" r:id="Rf443b6af90754621"/>
    <p:sldId xmlns:r="http://schemas.openxmlformats.org/officeDocument/2006/relationships" id="262" r:id="R18ee876c7f6a4f21"/>
    <p:sldId xmlns:r="http://schemas.openxmlformats.org/officeDocument/2006/relationships" id="263" r:id="Rb7ef268517664bad"/>
    <p:sldId xmlns:r="http://schemas.openxmlformats.org/officeDocument/2006/relationships" id="264" r:id="R43598729363c4520"/>
    <p:sldId xmlns:r="http://schemas.openxmlformats.org/officeDocument/2006/relationships" id="265" r:id="R560fe47e9412497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b6e2ff490340af" /><Relationship Type="http://schemas.openxmlformats.org/officeDocument/2006/relationships/slideMaster" Target="/ppt/slideMasters/slideMaster1.xml" Id="R450bcee3038a4e7b" /><Relationship Type="http://schemas.openxmlformats.org/officeDocument/2006/relationships/notesMaster" Target="/ppt/notesMasters/notesMaster1.xml" Id="Rf0d188e42b7c40b7" /><Relationship Type="http://schemas.openxmlformats.org/officeDocument/2006/relationships/presProps" Target="/ppt/presProps.xml" Id="Ra2e684a67cf54c71" /><Relationship Type="http://schemas.openxmlformats.org/officeDocument/2006/relationships/tableStyles" Target="/ppt/tableStyles.xml" Id="R2dc97c43bb73481e" /><Relationship Type="http://schemas.openxmlformats.org/officeDocument/2006/relationships/slide" Target="/ppt/slides/slide1.xml" Id="R2d83c930425f423d" /><Relationship Type="http://schemas.openxmlformats.org/officeDocument/2006/relationships/slide" Target="/ppt/slides/slide2.xml" Id="R47763c49bc7d44bf" /><Relationship Type="http://schemas.openxmlformats.org/officeDocument/2006/relationships/slide" Target="/ppt/slides/slide3.xml" Id="R071dd1674adc4e0f" /><Relationship Type="http://schemas.openxmlformats.org/officeDocument/2006/relationships/slide" Target="/ppt/slides/slide4.xml" Id="R43eeebcce2534876" /><Relationship Type="http://schemas.openxmlformats.org/officeDocument/2006/relationships/slide" Target="/ppt/slides/slide5.xml" Id="R636542fb5c324c6c" /><Relationship Type="http://schemas.openxmlformats.org/officeDocument/2006/relationships/slide" Target="/ppt/slides/slide6.xml" Id="Rf443b6af90754621" /><Relationship Type="http://schemas.openxmlformats.org/officeDocument/2006/relationships/slide" Target="/ppt/slides/slide7.xml" Id="R18ee876c7f6a4f21" /><Relationship Type="http://schemas.openxmlformats.org/officeDocument/2006/relationships/slide" Target="/ppt/slides/slide8.xml" Id="Rb7ef268517664bad" /><Relationship Type="http://schemas.openxmlformats.org/officeDocument/2006/relationships/slide" Target="/ppt/slides/slide9.xml" Id="R43598729363c4520" /><Relationship Type="http://schemas.openxmlformats.org/officeDocument/2006/relationships/slide" Target="/ppt/slides/slide10.xml" Id="R560fe47e941249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dfabef6d2f24b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c078d5b2344d78" /><Relationship Type="http://schemas.openxmlformats.org/officeDocument/2006/relationships/notesMaster" Target="/ppt/notesMasters/notesMaster1.xml" Id="R4ca35430c72b4b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ac68a1f3d24762" /><Relationship Type="http://schemas.openxmlformats.org/officeDocument/2006/relationships/notesMaster" Target="/ppt/notesMasters/notesMaster1.xml" Id="Rf8bd751a048c4b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2b79f17ab754ea3" /><Relationship Type="http://schemas.openxmlformats.org/officeDocument/2006/relationships/notesMaster" Target="/ppt/notesMasters/notesMaster1.xml" Id="Rbf2dc4b6932f4e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670bc5887b4fdf" /><Relationship Type="http://schemas.openxmlformats.org/officeDocument/2006/relationships/notesMaster" Target="/ppt/notesMasters/notesMaster1.xml" Id="R1dadca49b1704c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7d89fe28094788" /><Relationship Type="http://schemas.openxmlformats.org/officeDocument/2006/relationships/notesMaster" Target="/ppt/notesMasters/notesMaster1.xml" Id="Re0e753ea9c004e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8ea04f848b4f6a" /><Relationship Type="http://schemas.openxmlformats.org/officeDocument/2006/relationships/notesMaster" Target="/ppt/notesMasters/notesMaster1.xml" Id="R29c8e3e45d0048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36c934b79c443a" /><Relationship Type="http://schemas.openxmlformats.org/officeDocument/2006/relationships/notesMaster" Target="/ppt/notesMasters/notesMaster1.xml" Id="R958ef53ad00c4f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f824a4aac749be" /><Relationship Type="http://schemas.openxmlformats.org/officeDocument/2006/relationships/notesMaster" Target="/ppt/notesMasters/notesMaster1.xml" Id="R9ab4ad5488ba42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ce3d6f1496433d" /><Relationship Type="http://schemas.openxmlformats.org/officeDocument/2006/relationships/notesMaster" Target="/ppt/notesMasters/notesMaster1.xml" Id="R0b61d7289a5446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ebc1e3edc25471d" /><Relationship Type="http://schemas.openxmlformats.org/officeDocument/2006/relationships/notesMaster" Target="/ppt/notesMasters/notesMaster1.xml" Id="Reff145f5cbc34b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institucional de Opturon. Información general, sujeta al plan o a las reglas vigentes del Portal del Asesor.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institucional de Opturon. Información general, sujeta al plan o a las reglas vigentes del Portal del Asesor.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institucional de Opturon. Información general, sujeta al plan o a las reglas vigentes del Portal del Asesor.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institucional de Opturon. Información general, sujeta al plan o a las reglas vigentes del Portal del Asesor.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institucional de Opturon. Información general, sujeta al plan o a las reglas vigentes del Portal del Asesor.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institucional de Opturon. Información general, sujeta al plan o a las reglas vigentes del Portal del Asesor.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institucional de Opturon. Información general, sujeta al plan o a las reglas vigentes del Portal del Asesor.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institucional de Opturon. Información general, sujeta al plan o a las reglas vigentes del Portal del Asesor.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institucional de Opturon. Información general, sujeta al plan o a las reglas vigentes del Portal del Asesor.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Contenido institucional de Opturon. Información general, sujeta al plan o a las reglas vigentes del Portal del Asesor.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9f94a9840440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670f995e2741e7" /><Relationship Type="http://schemas.openxmlformats.org/officeDocument/2006/relationships/slideLayout" Target="/ppt/slideLayouts/slideLayout1.xml" Id="R6426fcf8533a4c2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26fcf8533a4c2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6cf6c9cf44f98" /><Relationship Type="http://schemas.openxmlformats.org/officeDocument/2006/relationships/notesSlide" Target="/ppt/notesSlides/notesSlide1.xml" Id="R0d20be93b63346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341c9ffec408c" /><Relationship Type="http://schemas.openxmlformats.org/officeDocument/2006/relationships/notesSlide" Target="/ppt/notesSlides/notesSlide2.xml" Id="R6a2a85dc353342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ee67b3f64f4252" /><Relationship Type="http://schemas.openxmlformats.org/officeDocument/2006/relationships/notesSlide" Target="/ppt/notesSlides/notesSlide3.xml" Id="Rb8664c3e812445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a85fa1093491c" /><Relationship Type="http://schemas.openxmlformats.org/officeDocument/2006/relationships/notesSlide" Target="/ppt/notesSlides/notesSlide4.xml" Id="Rce9ab7a4b3ea4f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4f06d8427d47f6" /><Relationship Type="http://schemas.openxmlformats.org/officeDocument/2006/relationships/notesSlide" Target="/ppt/notesSlides/notesSlide5.xml" Id="Rb69a244c2ebb40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18a842a2a34951" /><Relationship Type="http://schemas.openxmlformats.org/officeDocument/2006/relationships/notesSlide" Target="/ppt/notesSlides/notesSlide6.xml" Id="R13846cb7739947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36a0ebb01f4837" /><Relationship Type="http://schemas.openxmlformats.org/officeDocument/2006/relationships/notesSlide" Target="/ppt/notesSlides/notesSlide7.xml" Id="R53e5a41466af41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e3aa8e905547a3" /><Relationship Type="http://schemas.openxmlformats.org/officeDocument/2006/relationships/notesSlide" Target="/ppt/notesSlides/notesSlide8.xml" Id="Re314a7406d4f47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53636a26e45a7" /><Relationship Type="http://schemas.openxmlformats.org/officeDocument/2006/relationships/notesSlide" Target="/ppt/notesSlides/notesSlide9.xml" Id="Rca35dbd21c904f8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9d4d252eb84d78" /><Relationship Type="http://schemas.openxmlformats.org/officeDocument/2006/relationships/notesSlide" Target="/ppt/notesSlides/notesSlide10.xml" Id="R03b8950c0492490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0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096446-9363-4AFB-81AD-F85E9685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CC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CC7FF"/>
                </a:solidFill>
                <a:latin typeface="Arial"/>
                <a:ea typeface="Arial"/>
                <a:cs typeface="Arial"/>
              </a:rPr>
              <a:t>OPTURON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5082A5-36B5-4905-8646-02B83081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B15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B15C"/>
                </a:solidFill>
                <a:latin typeface="Arial"/>
                <a:ea typeface="Arial"/>
                <a:cs typeface="Arial"/>
              </a:rPr>
              <a:t>PRIMEROS PASOS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8D0D4-6521-4395-B375-359892F5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8FB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Bienvenido/a a Opturon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C3EAF-F744-4BBF-9F42-9A9E45FA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9CBE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9CBE2"/>
                </a:solidFill>
                <a:latin typeface="Arial"/>
                <a:ea typeface="Arial"/>
                <a:cs typeface="Arial"/>
              </a:rPr>
              <a:t>Orden, seguimiento y más ventas desde un solo lugar.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14BC3F-6D87-46D2-9126-295E1A24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Tu cuenta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223813-BC19-4B4B-AD26-388D183F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3375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Creaste tu cuenta y podés continuar con la contratación del plan elegido.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1B7733-FD5C-4C07-90AC-12BF5E29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7E95A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E95AF"/>
                </a:solidFill>
                <a:latin typeface="Arial"/>
                <a:ea typeface="Arial"/>
                <a:cs typeface="Arial"/>
              </a:rPr>
              <a:t>opturon.com</a:t>
            </a:r>
          </a:p>
        </p:txBody>
      </p:sp>
    </p:spTree>
    <p:extLst>
      <p:ext uri="{BB962C8B-B14F-4D97-AF65-F5344CB8AC3E}">
        <p14:creationId xmlns:p14="http://schemas.microsoft.com/office/powerpoint/2010/main" val="821263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AF34AD-BF5F-4CF4-90DC-A7CF67C5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CC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CC7FF"/>
                </a:solidFill>
                <a:latin typeface="Arial"/>
                <a:ea typeface="Arial"/>
                <a:cs typeface="Arial"/>
              </a:rPr>
              <a:t>OPTURON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AC1F33-9709-4C94-92C0-ADB70276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B15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B15C"/>
                </a:solidFill>
                <a:latin typeface="Arial"/>
                <a:ea typeface="Arial"/>
                <a:cs typeface="Arial"/>
              </a:rPr>
              <a:t>LA PLATAFORMA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E90151-C1F7-4E15-9B5B-48387864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8FB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Qué es Opturon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FF3C32-98ED-4BAA-84EC-D9C0243A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Una vista conectada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C7E9A-4F31-44E5-999D-89432884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CRM, Inbox, automatización y operación comercial en un mismo espacio.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BECF12-976E-46DF-BC73-509A5C12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43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Según tu plan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74DAD0-4CE7-451C-BF11-E21C2C8E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Las funciones disponibles dependen del plan contratado.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43AFE0-F6FC-4646-9FF5-B166DBA5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7E95A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E95AF"/>
                </a:solidFill>
                <a:latin typeface="Arial"/>
                <a:ea typeface="Arial"/>
                <a:cs typeface="Arial"/>
              </a:rPr>
              <a:t>opturon.com</a:t>
            </a:r>
          </a:p>
        </p:txBody>
      </p:sp>
    </p:spTree>
    <p:extLst>
      <p:ext uri="{BB962C8B-B14F-4D97-AF65-F5344CB8AC3E}">
        <p14:creationId xmlns:p14="http://schemas.microsoft.com/office/powerpoint/2010/main" val="5742833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D4DDC8-6CD2-4720-9C2B-AF390A60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CC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CC7FF"/>
                </a:solidFill>
                <a:latin typeface="Arial"/>
                <a:ea typeface="Arial"/>
                <a:cs typeface="Arial"/>
              </a:rPr>
              <a:t>OPTURON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07A4A8-1563-4F4F-AE1F-941BE551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B15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B15C"/>
                </a:solidFill>
                <a:latin typeface="Arial"/>
                <a:ea typeface="Arial"/>
                <a:cs typeface="Arial"/>
              </a:rPr>
              <a:t>CUENTA Y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96189-5857-4539-B083-045A480B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8FB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Registro y activación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8E9EA-B5A8-434C-BBD9-1D713148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Cuenta creada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5C9C3-5991-4E8B-8397-D838857E2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Registrarte no activa módulos pagos ni habilita una suscripción.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03D1CE-65D4-4E39-B77E-5D7CFEBA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43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Activación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8A0E6B-7C43-41E2-9900-28ACBE15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La activación ocurre después de una aprobación de pago válida.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C1FF74-AD0C-483B-A10C-6C7068C8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7E95A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E95AF"/>
                </a:solidFill>
                <a:latin typeface="Arial"/>
                <a:ea typeface="Arial"/>
                <a:cs typeface="Arial"/>
              </a:rPr>
              <a:t>opturon.com</a:t>
            </a:r>
          </a:p>
        </p:txBody>
      </p:sp>
    </p:spTree>
    <p:extLst>
      <p:ext uri="{BB962C8B-B14F-4D97-AF65-F5344CB8AC3E}">
        <p14:creationId xmlns:p14="http://schemas.microsoft.com/office/powerpoint/2010/main" val="5766351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CDF24A-F180-4AC2-A026-662B3C18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CC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CC7FF"/>
                </a:solidFill>
                <a:latin typeface="Arial"/>
                <a:ea typeface="Arial"/>
                <a:cs typeface="Arial"/>
              </a:rPr>
              <a:t>OPTURON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10A4A-18B1-4F2D-8535-5DE1D010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B15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B15C"/>
                </a:solidFill>
                <a:latin typeface="Arial"/>
                <a:ea typeface="Arial"/>
                <a:cs typeface="Arial"/>
              </a:rPr>
              <a:t>CONTRATACIÓN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19DDC6-F4BD-4F4E-8727-954AEF69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8FB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Cómo completar la contratación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37199B-A3AC-4669-BF08-ADAB9540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1. Elegí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AC01E-EA7C-4B88-8517-E7D06C20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Seleccioná el plan que mejor representa tu operación.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514B1-EFE9-485A-A873-6C35FCCD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43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2. Autorizá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7471FE-D4E1-489C-950F-1E041AF4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Continuá al flujo seguro de Mercado Pago.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D99A89-1353-4C06-8154-C201AB91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3. Confirmá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D1655C-1085-4620-A267-13485D88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291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El acceso se habilita cuando el pago queda aprobado.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9069A7-9EC8-4D1A-9410-99CCD998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7E95A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E95AF"/>
                </a:solidFill>
                <a:latin typeface="Arial"/>
                <a:ea typeface="Arial"/>
                <a:cs typeface="Arial"/>
              </a:rPr>
              <a:t>opturon.com</a:t>
            </a:r>
          </a:p>
        </p:txBody>
      </p:sp>
    </p:spTree>
    <p:extLst>
      <p:ext uri="{BB962C8B-B14F-4D97-AF65-F5344CB8AC3E}">
        <p14:creationId xmlns:p14="http://schemas.microsoft.com/office/powerpoint/2010/main" val="17060489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FB6C4F-7F45-4A4C-B3FD-2CB75B26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CC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CC7FF"/>
                </a:solidFill>
                <a:latin typeface="Arial"/>
                <a:ea typeface="Arial"/>
                <a:cs typeface="Arial"/>
              </a:rPr>
              <a:t>OPTURON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0EA014-CBFD-4C49-8567-7F381316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B15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B15C"/>
                </a:solidFill>
                <a:latin typeface="Arial"/>
                <a:ea typeface="Arial"/>
                <a:cs typeface="Arial"/>
              </a:rPr>
              <a:t>PRIMER INGRESO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1EFF55-5718-41D2-B26A-1A01EE786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8FB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Qué vas a encontrar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191CC0-50F7-43F9-B40E-57213BAD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Después de activar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C3255-1B89-40AD-833F-692F2322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Vas a ver el espacio operativo habilitado para tu plan.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EED962-D0A0-4649-B851-D896911F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43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Antes de activar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287D15-95BC-4A78-8093-2903E4B0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La cuenta permanece restringida y conserva la opción de continuar la contratación.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1BFF4-32BD-49E8-BB3A-97DA6C40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7E95A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E95AF"/>
                </a:solidFill>
                <a:latin typeface="Arial"/>
                <a:ea typeface="Arial"/>
                <a:cs typeface="Arial"/>
              </a:rPr>
              <a:t>opturon.com</a:t>
            </a:r>
          </a:p>
        </p:txBody>
      </p:sp>
    </p:spTree>
    <p:extLst>
      <p:ext uri="{BB962C8B-B14F-4D97-AF65-F5344CB8AC3E}">
        <p14:creationId xmlns:p14="http://schemas.microsoft.com/office/powerpoint/2010/main" val="5973424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A1DCF-9B4F-4912-A2AC-F7AA1B3F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CC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CC7FF"/>
                </a:solidFill>
                <a:latin typeface="Arial"/>
                <a:ea typeface="Arial"/>
                <a:cs typeface="Arial"/>
              </a:rPr>
              <a:t>OPTURON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6C97FA-955C-42BD-AE7A-944FB7A5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B15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B15C"/>
                </a:solidFill>
                <a:latin typeface="Arial"/>
                <a:ea typeface="Arial"/>
                <a:cs typeface="Arial"/>
              </a:rPr>
              <a:t>CANALES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735147-C850-4EF6-A96E-B90179D6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8FB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Conectar tus canales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D80C58-83EB-4F05-8D18-20946D5B1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WhatsApp e Instagram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909323-47D4-4A64-8E3C-F84FB9BE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Conectá los canales disponibles en tu plan y seguí las instrucciones del espacio de integraciones.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4DB4A0-F127-4BEF-80C1-EA16D318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7E95A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E95AF"/>
                </a:solidFill>
                <a:latin typeface="Arial"/>
                <a:ea typeface="Arial"/>
                <a:cs typeface="Arial"/>
              </a:rPr>
              <a:t>opturon.com</a:t>
            </a:r>
          </a:p>
        </p:txBody>
      </p:sp>
    </p:spTree>
    <p:extLst>
      <p:ext uri="{BB962C8B-B14F-4D97-AF65-F5344CB8AC3E}">
        <p14:creationId xmlns:p14="http://schemas.microsoft.com/office/powerpoint/2010/main" val="7154943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8A5A4A-8FE6-4F03-AD3C-1F928164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CC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CC7FF"/>
                </a:solidFill>
                <a:latin typeface="Arial"/>
                <a:ea typeface="Arial"/>
                <a:cs typeface="Arial"/>
              </a:rPr>
              <a:t>OPTURON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006BF8-0D3C-45BA-B6C1-C85F178D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B15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B15C"/>
                </a:solidFill>
                <a:latin typeface="Arial"/>
                <a:ea typeface="Arial"/>
                <a:cs typeface="Arial"/>
              </a:rPr>
              <a:t>CONFIGURACIÓN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CC76CE-E942-4CFC-8230-56D808CB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8FB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Cargar productos y datos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09B1F-9F98-4988-A1B2-9CCA940D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Base inicial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FE9F9B-88FA-4FC2-B7B1-B18EB332F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Comenzá con productos, contactos y la información que tu equipo usa a diario.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E2AD3E-2D25-4C31-81F2-981A64FD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43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Paso gradual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86A386-5615-4E24-B8E7-6C889C32A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Podés completar la configuración por etapas, según tu operación.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0F549-533F-41CC-83C4-9594DCC5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7E95A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E95AF"/>
                </a:solidFill>
                <a:latin typeface="Arial"/>
                <a:ea typeface="Arial"/>
                <a:cs typeface="Arial"/>
              </a:rPr>
              <a:t>opturon.com</a:t>
            </a:r>
          </a:p>
        </p:txBody>
      </p:sp>
    </p:spTree>
    <p:extLst>
      <p:ext uri="{BB962C8B-B14F-4D97-AF65-F5344CB8AC3E}">
        <p14:creationId xmlns:p14="http://schemas.microsoft.com/office/powerpoint/2010/main" val="21159974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85426-F704-4641-A8F4-5148F2B0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CC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CC7FF"/>
                </a:solidFill>
                <a:latin typeface="Arial"/>
                <a:ea typeface="Arial"/>
                <a:cs typeface="Arial"/>
              </a:rPr>
              <a:t>OPTURON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A0B71B-5354-43D5-9512-44936678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B15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B15C"/>
                </a:solidFill>
                <a:latin typeface="Arial"/>
                <a:ea typeface="Arial"/>
                <a:cs typeface="Arial"/>
              </a:rPr>
              <a:t>OPERACIÓN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152950-921A-48E0-A23D-B4F712D7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8FB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Inbox, CRM y pipeline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B910CE-30D8-4A61-8D72-AF88A223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Conversaciones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DC1BFB-F338-4601-81EE-36FB51B9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Centralizá consultas y seguimientos para que ninguna oportunidad quede sin contexto.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DE69ED-D7CC-478A-BA35-71FC22238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43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Clientes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8BEF64-DBEB-4358-A381-B82DB041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Ordená contactos y etapas comerciales desde un mismo lugar.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ACAE8-3823-4169-90C3-B1CDFD03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7E95A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E95AF"/>
                </a:solidFill>
                <a:latin typeface="Arial"/>
                <a:ea typeface="Arial"/>
                <a:cs typeface="Arial"/>
              </a:rPr>
              <a:t>opturon.com</a:t>
            </a:r>
          </a:p>
        </p:txBody>
      </p:sp>
    </p:spTree>
    <p:extLst>
      <p:ext uri="{BB962C8B-B14F-4D97-AF65-F5344CB8AC3E}">
        <p14:creationId xmlns:p14="http://schemas.microsoft.com/office/powerpoint/2010/main" val="18518219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851082-6AA1-4B12-82B1-BC0F56D3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CC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CC7FF"/>
                </a:solidFill>
                <a:latin typeface="Arial"/>
                <a:ea typeface="Arial"/>
                <a:cs typeface="Arial"/>
              </a:rPr>
              <a:t>OPTURON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7F3CB-8418-4540-A0ED-16A66063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B15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B15C"/>
                </a:solidFill>
                <a:latin typeface="Arial"/>
                <a:ea typeface="Arial"/>
                <a:cs typeface="Arial"/>
              </a:rPr>
              <a:t>AUTOMATIZACIÓN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DF69B9-5770-4E4F-ACEB-08FF23E5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8FB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Automatizaciones y asistente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53734F-7101-4193-9446-5598BBB9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Capacidades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9AF827-1F7E-40A9-A423-9EF8AD5A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Las automatizaciones y el asistente disponibles dependen del plan contratado.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3B746B-4A73-4D10-8513-8DC6BFED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7E95A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E95AF"/>
                </a:solidFill>
                <a:latin typeface="Arial"/>
                <a:ea typeface="Arial"/>
                <a:cs typeface="Arial"/>
              </a:rPr>
              <a:t>opturon.com</a:t>
            </a:r>
          </a:p>
        </p:txBody>
      </p:sp>
    </p:spTree>
    <p:extLst>
      <p:ext uri="{BB962C8B-B14F-4D97-AF65-F5344CB8AC3E}">
        <p14:creationId xmlns:p14="http://schemas.microsoft.com/office/powerpoint/2010/main" val="18909959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2A40A2-9B1C-4DD3-BF2B-4CA2FAF7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CC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CC7FF"/>
                </a:solidFill>
                <a:latin typeface="Arial"/>
                <a:ea typeface="Arial"/>
                <a:cs typeface="Arial"/>
              </a:rPr>
              <a:t>OPTURON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C1603C-0D66-43B4-97F8-11276E3A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B15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B15C"/>
                </a:solidFill>
                <a:latin typeface="Arial"/>
                <a:ea typeface="Arial"/>
                <a:cs typeface="Arial"/>
              </a:rPr>
              <a:t>PRÓXIMOS PASOS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BAC0F2-73CB-4194-8379-38A5AF85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8FB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Empezá con claridad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5F3B0-433F-4CBC-B5FC-07701A3C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Si todavía no activaste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1EFF11-0042-43FA-9B42-279439FF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Volvé a la contratación desde tu cuenta y completá la autorización.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B39B70-D4B5-4A2F-9063-2522E3DF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43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73C9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3C9FF"/>
                </a:solidFill>
                <a:latin typeface="Arial"/>
                <a:ea typeface="Arial"/>
                <a:cs typeface="Arial"/>
              </a:rPr>
              <a:t>Soporte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975308-32D9-4DED-8A68-5D66EC57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8F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CE8F6"/>
                </a:solidFill>
                <a:latin typeface="Arial"/>
                <a:ea typeface="Arial"/>
                <a:cs typeface="Arial"/>
              </a:rPr>
              <a:t>Si necesitás ayuda, usá el canal de contacto de Opturon.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6F2EDA-BF26-4529-AC83-DF7E923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7E95A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E95AF"/>
                </a:solidFill>
                <a:latin typeface="Arial"/>
                <a:ea typeface="Arial"/>
                <a:cs typeface="Arial"/>
              </a:rPr>
              <a:t>opturon.com</a:t>
            </a:r>
          </a:p>
        </p:txBody>
      </p:sp>
    </p:spTree>
    <p:extLst>
      <p:ext uri="{BB962C8B-B14F-4D97-AF65-F5344CB8AC3E}">
        <p14:creationId xmlns:p14="http://schemas.microsoft.com/office/powerpoint/2010/main" val="11051194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2026-10-09T05:34:48.3700000Z</dcterms:created>
  <dcterms:modified xsi:type="dcterms:W3CDTF">2026-10-09T05:34:48.3710000Z</dcterms:modified>
</coreProperties>
</file>